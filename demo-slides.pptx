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VLearn | Lab Pilot  ·  Team E403 - Sloppers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10515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544"/>
                </a:solidFill>
              </a:rPr>
              <a:t>Học viên khởi động bài LAB: Ai cũng kẹt, không ai biết nộp gì! 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SLIDE 01 · USER &amp; JOB (45 GIÂY) — Bối cảnh các buổi thực hành bài LAB (120–180 phút)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30352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4"/>
                </a:solidFill>
              </a:rPr>
              <a:t>🎯 Đối tượng &amp; Công việc Cốt lõi (Core JTBD)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93B"/>
                </a:solidFill>
              </a:rPr>
              <a:t>"Khi cả nhóm nhận đề bài &amp; repo LAB mới, chúng tôi cần nhanh chóng thống nhất phải làm gì, nộp gì và ai làm gì trong &lt;3 phút để bắt tay vào làm ngay mà không làm trùng việc hay sót tiêu chí rubric."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00584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Người dùng mục tiêu: ~1.000 học viên làm việc nhóm trong khoá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Thời lượng mỗi bài LAB: 120–180 phút thực hành cố định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Tần suất bài LAB: 2–3 bài / tuần liên tục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Quy mô nhóm: 3–5 bạn / nhóm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4937760"/>
            <a:ext cx="47548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544"/>
                </a:solidFill>
              </a:rPr>
              <a:t>Chuyển dịch luồng công việc (Workflow Shift):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2544"/>
                </a:solidFill>
              </a:rPr>
              <a:t>❌ As-Is: Đọc đề rời rạc ➔ Họp chat 15-30p ➔ Tự nhận việc ➔ Sót tiêu chí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2544"/>
                </a:solidFill>
              </a:rPr>
              <a:t>✅ To-Be: Nhập Repo ➔ AI sinh DAG &amp; Checklist 42s ➔ Làm ngay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4000"/>
            </a:avLst>
          </a:prstGeom>
          <a:solidFill>
            <a:srgbClr val="0F2544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🔥 Bằng chứng định lượng (Survey N = 39)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9224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36/36 nhóm hợp lệ xác nhận gặp vấn đề khởi động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338328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Top điểm nghẽn nhức nhối nhất (Q4, n = 36):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55.6% bị bỏ sót việc quan trọng &amp; checklist nộp bài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50.0% thành viên hoang mang chưa biết làm gì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41.7% làm trùng công việc do không rõ phân ranh task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38.9% khó theo dõi tiến độ nhóm đã xong đến đâu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• Điểm nghẽn trung bình: 3.08 vấn đề/nhóm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530352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</a:rPr>
              <a:t>🚨 Khi để tự nhận việc (36.1%), tỷ lệ bỏ sót công việc vọt lên 69.2%!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VLearn | Lab Pilot  ·  Team E403 - Sloppers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544"/>
                </a:solidFill>
              </a:rPr>
              <a:t>Thiệt hại kép: Lãng phí 30–60 phút mỗi buổi LAB 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SLIDE 02 · NỖI ĐAU &amp; SỐ LIỆU (45 GIÂY) — Chi phí điều phối vô hình đốt 25–33% thời lượng làm bài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14630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4"/>
                </a:solidFill>
              </a:rPr>
              <a:t>⏱️ Khởi động chậm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</a:rPr>
              <a:t>55.6%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Mất 15 đến &gt;30 phút thống nhất đề bài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291840" cy="146304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4"/>
                </a:solidFill>
              </a:rPr>
              <a:t>🔄 Sửa sai giữa chừng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</a:rPr>
              <a:t>75.0%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Mất thêm 5 đến &gt;30 phút chia lại việc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1463040"/>
          </a:xfrm>
          <a:prstGeom prst="roundRect">
            <a:avLst>
              <a:gd name="adj" fmla="val 12500"/>
            </a:avLst>
          </a:prstGeom>
          <a:solidFill>
            <a:srgbClr val="FFF5F5"/>
          </a:solidFill>
          <a:ln w="12700">
            <a:solidFill>
              <a:srgbClr val="FED7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🚨 Giảm chất lượng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</a:rPr>
              <a:t>63.9%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229600" y="2651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91B1B"/>
                </a:solidFill>
              </a:rPr>
              <a:t>Giảm chất lượng &amp; 41.7% trễ hạn nộp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291840"/>
            <a:ext cx="521208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</a:rPr>
              <a:t>📊 Phân bổ thời gian lãng phí ở 2 giai đoạn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384048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Giai đoạn 1: Thống nhất ban đầu (Q3)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5–15 phút: 41.7% (15 nhóm)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15–30 phút: 36.1% (13 nhóm)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Trên 30 phút &amp; bế tắc: 19.5% (7 nhóm)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Giai đoạn 2: Sửa đổi giữa chừng (Q5)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Mất thêm 5–15 phút: 44.4% (16 nhóm)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Mất thêm 15 đến &gt;30 phút: 30.6% (11 nhóm)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→ Tổng thời gian lãng phí: 30–60 phút / buổi LAB (25–33% thời lượng)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291840"/>
            <a:ext cx="521208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4747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</a:rPr>
              <a:t>⚠️ Tương quan: Cách chia việc vs Hậu quả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84048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Tự nhận việc (36.1%): Tỷ lệ sót việc 69.2% (cao nhất!), trùng việc 46.2%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Leader chia việc (33.3%): Sót việc 41.7%, trùng việc 41.7%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Cùng bàn luận (25.0%): Sót việc 55.6%, thời gian bàn bạc kéo dài &gt;30p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Hậu quả ghi nhận: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55.6% Bỏ sót việc &amp; checklist nộp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50.0% Thành viên chưa biết làm gì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41.7% Trùng lặp một công việc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💡 86.1% nhóm đọc README nhưng vẫn mù mờ vì thiếu cấu trúc task.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VLearn | Lab Pilot  ·  Team E403 - Sloppers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544"/>
                </a:solidFill>
              </a:rPr>
              <a:t>Bảng Impact: Cân nhắc 3 ứng viên tính năng ⚖️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SLIDE 03 · VÌ SAO CHỌN TÍNH NĂNG NÀY (45 GIÂY) — Chọn bài toán có bằng chứng mạnh nhất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10698480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10149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2544"/>
                </a:solidFill>
              </a:rPr>
              <a:t>1. Bot Q&amp;A giải đáp code: 38.9% gặp · Thiệt hại 5-10p · ❌ LOẠI (ChatGPT/Tutor đã giải quyết tốt)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544"/>
                </a:solidFill>
              </a:rPr>
              <a:t>2. Auto-Grader chấm điểm trước nộp: 50.0% gặp · ❌ LOẠI (Phụ thuộc hạ tầng test BTC, khó kịp 24h)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544"/>
                </a:solidFill>
              </a:rPr>
              <a:t>3. [CHỌN DUY NHẤT] LABSTART: Repo-to-DAG Pilot: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544"/>
                </a:solidFill>
              </a:rPr>
              <a:t>   ✓ 100% học viên gặp vấn đề khởi động &amp; phân chia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544"/>
                </a:solidFill>
              </a:rPr>
              <a:t>   ✓ Tiết kiệm trực tiếp 30–60 phút quý báu mỗi buổi thực hành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2544"/>
                </a:solidFill>
              </a:rPr>
              <a:t>   ✓ Lát cắt 24h khả thi cao, demo live ấn tượng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840480"/>
            <a:ext cx="338328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4"/>
                </a:solidFill>
              </a:rPr>
              <a:t>🤖 1. Mức Automation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Cơ chế Augmentation: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AI đề xuất bản nháp gợi 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Đội trưởng giữ toàn quyền duyệt &amp; kéo thả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Học viên chủ động nhận và xác nhận scope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Không tự động ép cứng phân công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3840480"/>
            <a:ext cx="338328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⚖️ 2. Chi phí Sai sót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43891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Tối ưu High Recall (≥95%):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Bỏ sót task đắt hơn chia dư task nhỏ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Tách nhỏ thành Atomic Tasks để dễ test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Phân quyền file sở hữu: 0% xung đột git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Đảm bảo đủ checklist tiêu chí rubric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3840480"/>
            <a:ext cx="3383280" cy="237744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40233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🛡️ 3. Human-in-the-loop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4389120"/>
            <a:ext cx="3017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Nguyên tắc HAX G10: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Cẩn trọng khi AI không chắc chắn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Đề thiếu rubric: Gắn cờ đỏ, không tự bịa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Tự sinh câu hỏi gợi ý để hỏi 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Đồng bộ sang Discord nhóm với 1 click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VLearn | Lab Pilot  ·  Team E403 - Sloppers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544"/>
                </a:solidFill>
              </a:rPr>
              <a:t>Lát cắt: Repo/README → DAG Task + Checklist Nộp 🚀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SLIDE 04 · GIẢI PHÁP &amp; DEMO LÁT CẮT (2 PHÚT) — Thiết kế theo nguyên tắc HAX/PAIR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4"/>
                </a:solidFill>
              </a:rPr>
              <a:t>⚙️ Kiến trúc 4 lớp của Sản phẩm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1. INGESTION: Parse cây thư mục, file đề bài, rubric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2. REASONING: Gemini 1.5 Flash + Structured Output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3. DAG ENGINE: Sinh đồ thị phụ thuộc &amp; Phân quyền file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4. ACTIONABLE UI: Checklist nghiệm thu &amp; Match kỹ năng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Pipeline luồng dữ liệu: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Repo URL ➔ AST Parser ➔ Gemini Flash ➔ DAG Engine ➔ Checklist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Model: Gemini 1.5 Flash · Latency ~42s · Chi phí: ~$0.003/run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4"/>
                </a:solidFill>
              </a:rPr>
              <a:t>🎬 2 Kịch bản Demo Trực tiếp (Live Demo)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Case 1 (Happy Path): Repo chuẩn Day 05 Hackathon → Sinh ngay 5 module trong 42 giây, phân định rõ ràng người làm, 0% trùng lặp.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• Case 2 (Chỗ khó / Ambiguous Failure): Đề bài thiếu hướng dẫn nộp → AI không tự bịa (HAX G10), lập tức cảnh báo 'Thiếu thông tin nộp bài' và hướng dẫn hỏi TA.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4 đường trải nghiệm đã test (Spec §4):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🟢 Happy Path: Repo đủ thông tin (42s)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🟡 Low-confidence: Đề bài mơ hồ (Cảnh báo)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🔴 Failure Path: Thiếu rubric (Gợi ý hỏi TA)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🔵 Correction Path: Leader kéo thả sửa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VLearn | Lab Pilot  ·  Team E403 - Sloppers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544"/>
                </a:solidFill>
              </a:rPr>
              <a:t>Đo lường khoa học: Vượt Quality Bar cam kết 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SLIDE 05 · KẾT QUẢ ĐO &amp; QUALITY BAR (45 GIÂY) — Golden Eval Dataset 15 bài LAB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29184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4"/>
                </a:solidFill>
              </a:rPr>
              <a:t>📋 Task Recall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B981"/>
                </a:solidFill>
              </a:rPr>
              <a:t>96.2%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Cam kết: ≥95% (15 bài LAB)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89120" y="1645920"/>
            <a:ext cx="329184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4"/>
                </a:solidFill>
              </a:rPr>
              <a:t>⚡ Tốc độ phân tích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0AF"/>
                </a:solidFill>
              </a:rPr>
              <a:t>42s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Cam kết: ≤120s (Nhanh gấp 30 lần)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16459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4"/>
                </a:solidFill>
              </a:rPr>
              <a:t>🤝 Willing Users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0" y="21031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F4444"/>
                </a:solidFill>
              </a:rPr>
              <a:t>25.0%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0" y="2743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9 bạn đăng ký · 4 để lại contact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1520" y="3474720"/>
            <a:ext cx="521208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</a:rPr>
              <a:t>📊 Đối chiếu Quality Bar từ CP4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0233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Task Coverage: Cam kết ≥95% ➔ Thực tế: 96.2% (ĐẠT)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Thời gian phản hồi: Cam kết ≤120s ➔ Thực tế: 42s (VƯỢT)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Xung đột sở hữu file: Cam kết 0% ➔ Thực tế: 0% conflict (ĐẠT)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Trích xuất Rubric nộp: Cam kết ≥90% ➔ Thực tế: 100% (ĐẠT)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🔬 Phương pháp: Kiểm chứng mù độc lập trên 15 repo bài LAB mẫu.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3474720"/>
            <a:ext cx="5212080" cy="2743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657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544"/>
                </a:solidFill>
              </a:rPr>
              <a:t>🔍 Key Failure Mode &amp; Cách xử lý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4023360"/>
            <a:ext cx="48463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Lỗi 1: Notebook (.ipynb) quá nặng token metadata làm tăng latency lên 85s.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➔ Khắc phục: Thêm AST pre-processor chỉ trích Markdown &amp; code headers, giảm 65% token, latency về 42s.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• Lỗi 2: Đề bài thiếu tiêu chí nộp cụ thể.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➔ Khắc phục HAX G10: Ép cờ đỏ 'Thiếu rubric', chặn đoán bừa và sinh câu hỏi để Leader hỏi ngay TA.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🤝 9 Early Adopters sẵn sàng dùng thử bản Alpha tuần tới!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</a:rPr>
              <a:t>VLearn | Lab Pilot  ·  Team E403 - Sloppers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7315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544"/>
                </a:solidFill>
              </a:rPr>
              <a:t>Từ Prototype đến Sản phẩm VLearn chính thức 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SLIDE 06 · NẾU CÓ THÊM 1 TUẦN (30 GIÂY) — Kế hoạch phát triển &amp; Bài học lớn nhất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212080" cy="4572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544"/>
                </a:solidFill>
              </a:rPr>
              <a:t>📌 3 Việc ưu tiên triển khai trong 1 tuần tới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5840" y="237744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1. Tích hợp trực tiếp Discord Bot VLearn: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Tự động tạo thread riêng cho từng task và bắn notification khi có bạn kẹt việc.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2. Real-time Git Commit Watcher: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Theo dõi tiến độ qua commit GitHub để cảnh báo sớm nguy cơ trễ deadline trước 60p.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3. Auto Scaffolding Code Skeleton: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Tự động sinh file mẫu và testcase rỗng để từng bạn bắt tay vào code ngay.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🚀 Tầm nhìn: Trở thành module tiêu chuẩn 'Lab Pilot' tích hợp trong nền tảng VLearn VinUni.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212080" cy="4572000"/>
          </a:xfrm>
          <a:prstGeom prst="roundRect">
            <a:avLst>
              <a:gd name="adj" fmla="val 4000"/>
            </a:avLst>
          </a:prstGeom>
          <a:solidFill>
            <a:srgbClr val="0F2544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92024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💡 Bài học lớn nhất của nhóm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377440"/>
            <a:ext cx="46634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EF3C7"/>
                </a:solidFill>
              </a:rPr>
              <a:t>"AI trong sản phẩm không phải là làm thay con người, mà là dọn sạch sự mơ hồ và chi phí điều phối vô hình, để học viên dành trọn 100% thời gian cho tư duy và sáng tạo."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38404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ĐỘI NGŨ THỰC HIỆN · TEAM E403 - SLOPPERS: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H.P. Trọng (Product Lead &amp; Spec Architect)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Thành viên 2 (Evidence &amp; Survey Data Analysis)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Thành viên 3 (Prototype &amp; Model Calls)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• Thành viên 4 (Eval Benchmark &amp; Quality Bar)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</a:rPr>
              <a:t>✓ Sẵn sàng cho vòng Validation CP5 và Chung kết!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LABSTART AI - Hackathon Demo Slides</dc:title>
  <dc:subject>PptxGenJS Presentation</dc:subject>
  <dc:creator>Team E403 - Sloppers</dc:creator>
  <cp:lastModifiedBy>Team E403 - Sloppers</cp:lastModifiedBy>
  <cp:revision>1</cp:revision>
  <dcterms:created xsi:type="dcterms:W3CDTF">2026-09-17T13:47:50Z</dcterms:created>
  <dcterms:modified xsi:type="dcterms:W3CDTF">2026-09-17T13:47:50Z</dcterms:modified>
</cp:coreProperties>
</file>